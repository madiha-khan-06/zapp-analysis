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55871d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55871d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c55871d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c55871d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5cdcf2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5cdcf2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5cdcf2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c5cdcf2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93150" y="287125"/>
            <a:ext cx="8520600" cy="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Zapp Analysis</a:t>
            </a:r>
            <a:endParaRPr sz="3200">
              <a:highlight>
                <a:srgbClr val="00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979350"/>
            <a:ext cx="8520600" cy="39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Company type:-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 Private                                           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Industry :- 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Retail / On-demand delivery/ Quick-commence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Founded :-  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2020 in London, United Kingdom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Founders :-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Joe Falter and Navid Hadzaad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Headquarters :-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London, United Kingdom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Area served :-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London, European urban markets.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Service :-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On-demand delivery of convenience good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Revenue :- 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$100M+ (per year)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Website :-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https://www.justzapp.com        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7500" y="4230750"/>
            <a:ext cx="1646250" cy="9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5" y="175050"/>
            <a:ext cx="634200" cy="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8100" y="151562"/>
            <a:ext cx="634200" cy="742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55">
                <a:latin typeface="Times New Roman"/>
                <a:ea typeface="Times New Roman"/>
                <a:cs typeface="Times New Roman"/>
                <a:sym typeface="Times New Roman"/>
              </a:rPr>
              <a:t>BUSINESS REQUIREMENT</a:t>
            </a:r>
            <a:endParaRPr b="1" sz="23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13725"/>
            <a:ext cx="8520600" cy="3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00FFFF"/>
                </a:highlight>
              </a:rPr>
              <a:t>KPI’s Requirement:</a:t>
            </a:r>
            <a:endParaRPr b="1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Sales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overall revenue generated from all items sold.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Sales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average revenue per sale.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Items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total count of different items sold.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Rating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average customer rating for items sold.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8050" y="4025975"/>
            <a:ext cx="1870026" cy="9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5" y="175050"/>
            <a:ext cx="634200" cy="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8100" y="151562"/>
            <a:ext cx="634200" cy="742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782000"/>
            <a:ext cx="8520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>
                <a:highlight>
                  <a:srgbClr val="00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BUSINESS REQUIREMENT</a:t>
            </a:r>
            <a:endParaRPr b="1" sz="2120">
              <a:highlight>
                <a:srgbClr val="00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485075"/>
            <a:ext cx="8520600" cy="3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Comic Sans MS"/>
                <a:ea typeface="Comic Sans MS"/>
                <a:cs typeface="Comic Sans MS"/>
                <a:sym typeface="Comic Sans MS"/>
              </a:rPr>
              <a:t>Chart’s </a:t>
            </a:r>
            <a:r>
              <a:rPr b="1" lang="en" sz="2100">
                <a:latin typeface="Comic Sans MS"/>
                <a:ea typeface="Comic Sans MS"/>
                <a:cs typeface="Comic Sans MS"/>
                <a:sym typeface="Comic Sans MS"/>
              </a:rPr>
              <a:t>Requirement</a:t>
            </a:r>
            <a:r>
              <a:rPr b="1" lang="en" sz="2100">
                <a:latin typeface="Comic Sans MS"/>
                <a:ea typeface="Comic Sans MS"/>
                <a:cs typeface="Comic Sans MS"/>
                <a:sym typeface="Comic Sans MS"/>
              </a:rPr>
              <a:t>:-</a:t>
            </a:r>
            <a:endParaRPr b="1"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1. Sales by Fat Content: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Analyze how fat content affects total sales and compare related KPIs like average sales, item count, and ratings using a donut chart.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2. Sales by Item Type: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Evaluate total sales across item categories and observe changes in key KPIs using a bar chart.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3. Outlet-wise Sales by Fat Content: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Compare total sales of outlets based on fat content distribution along with key KPIs using a stacked column chart.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20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700" y="4124675"/>
            <a:ext cx="1870026" cy="9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5" y="247775"/>
            <a:ext cx="634200" cy="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8100" y="151562"/>
            <a:ext cx="634200" cy="742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806675"/>
            <a:ext cx="8520600" cy="551400"/>
          </a:xfrm>
          <a:prstGeom prst="rect">
            <a:avLst/>
          </a:prstGeom>
          <a:ln cap="flat" cmpd="sng" w="9525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120">
                <a:highlight>
                  <a:srgbClr val="00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BUSINESS REQUIREMENT</a:t>
            </a:r>
            <a:endParaRPr b="1" sz="2120">
              <a:highlight>
                <a:srgbClr val="00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 rot="605">
            <a:off x="320225" y="1485050"/>
            <a:ext cx="8520600" cy="33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4. Sales by Outlet Establishment: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Analyze how outlet age or type impacts total sales using a line chart.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5. Sales by Outlet Size: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Examine the relationship between outlet size and total sales using a donut or pie chart.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6. Sales by Outlet Location: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Evaluate sales distribution across locations using a funnel map.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700" y="4124675"/>
            <a:ext cx="1870026" cy="9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5" y="261400"/>
            <a:ext cx="634200" cy="6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8100" y="261412"/>
            <a:ext cx="634200" cy="742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